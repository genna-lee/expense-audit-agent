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核銷稽核報告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B429"/>
                </a:solidFill>
              </a:rPr>
              <a:t>Expense Audit Report  ·  2026-06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C3C7"/>
                </a:solidFill>
              </a:rPr>
              <a:t>由 Expense Audit Agent 自動生成  |  AI-Generated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</a:rPr>
              <a:t>生成時間 Generated: 2026-06-21 15:06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總覽  |  2026-06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47472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</a:rPr>
              <a:t>處理筆數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C3E50"/>
                </a:solidFill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005840"/>
            <a:ext cx="347472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143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</a:rPr>
              <a:t>自動核准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7AE60"/>
                </a:solidFill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005840"/>
            <a:ext cx="347472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143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</a:rPr>
              <a:t>駁回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0392B"/>
                </a:solidFill>
              </a:rP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347472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</a:rPr>
              <a:t>高風險案件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0392B"/>
                </a:solidFill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200400"/>
            <a:ext cx="347472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337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</a:rPr>
              <a:t>涉及總金額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490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C3E50"/>
                </a:solidFill>
              </a:rPr>
              <a:t>NT$ 1,108,805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3200400"/>
            <a:ext cx="347472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337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</a:rPr>
              <a:t>可疑金額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7490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0392B"/>
                </a:solidFill>
              </a:rPr>
              <a:t>NT$ 765,200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紅旗分類統計  |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歇業廠商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170432"/>
            <a:ext cx="34290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0" y="1143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拆單規避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947672"/>
            <a:ext cx="34290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920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業務費超標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724912"/>
            <a:ext cx="6858000" cy="41148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2697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B429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出差浮報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502152"/>
            <a:ext cx="1714500" cy="41148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066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B429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Injection/PII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279392"/>
            <a:ext cx="17145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0660" y="4251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</a:rPr>
              <a:t>其他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Top 可疑案件  |  2026-06（姓名已遮蔽）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6888" y="914400"/>
          <a:ext cx="1170432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914400"/>
                <a:gridCol w="1097280"/>
                <a:gridCol w="1097280"/>
                <a:gridCol w="1005840"/>
                <a:gridCol w="384048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案件編號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關聯案件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遮蔽姓名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類別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金額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日期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紅旗摘要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狀態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EXP-202606-0021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鄭○文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業務費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NT$ 350,000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2026-06-22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業務費超上限: 類別「業務費」上限 NT$ 200,000，申報 NT$ 350,000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EXP-202606-0011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李○華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設備費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NT$ 120,000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2026-06-06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歇業廠商: 明達影音器材行（統編 34567890）狀態「歇業」，不得向其請款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EXP-202606-0015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EXP-202606-0013,</a:t>
                      </a:r>
                    </a:p>
                    <a:p>
                      <a:r>
                        <a:t>EXP-202606-0014,</a:t>
                      </a:r>
                    </a:p>
                    <a:p>
                      <a:r>
                        <a:t>EXP-202606-0015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張○豐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電腦採購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NT$ 90,000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2026-06-21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疑似拆單規避招標: 張三豐 近 7 天共 3 筆採購（含本筆），各筆未達門檻（NT$ 150,000），加總 NT$ 2…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EXP-202606-0012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趙○棟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維修費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NT$ 85,000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2026-06-20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歇業廠商: 順達冷氣工程行（統編 98765432）狀態「註銷」，不得向其請款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EXP-202606-0017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EXP-202606-0016,</a:t>
                      </a:r>
                    </a:p>
                    <a:p>
                      <a:r>
                        <a:t>EXP-202606-0017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孫○燕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器材採購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NT$ 75,000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2026-06-25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疑似拆單規避招標: 孫曉燕 近 7 天共 2 筆採購（含本筆），各筆未達門檻（NT$ 150,000），加總 NT$ 1…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EXP-202606-0018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陳○美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出差旅費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NT$ 26,000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2026-06-13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出差天數浮報: 申報 5 天，實際行程 3 天；住宿費超上限: 每晚 NT$ 5,000，上限 NT$ 4,500；雜費…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EXP-202606-0019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方○強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出差旅費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NT$ 19,000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2026-06-27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住宿費超上限: 每晚 NT$ 4,800，上限 NT$ 4,500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EXP-202606-0020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駭○○號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雜項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NT$ 200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2026-06-17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</a:rPr>
                        <a:t>Security Event: Prompt Injection Detected in Description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風險摘要與建議  |  2026-06  ·  AI 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800" b="0">
                <a:solidFill>
                  <a:srgbClr val="2C3E50"/>
                </a:solidFill>
              </a:rPr>
              <a:t>2026年6月核銷案共計21件，其中審核通過13件，遭退件8件，退件率達38.1%。本月遭標記之異常金額達765,200元，主要集中於業務費超標及涉及高風險合規性問題，整體核銷品質亟需加強控管。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</a:rPr>
              <a:t>1. 針對業務費頻繁超標情況，建議修訂公司報支規範並設置預警系統，針對預算上限進行嚴格管控。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</a:rPr>
              <a:t>2. 針對歇業廠商及拆單規避行為，應強化供應商資料庫驗證機制及核銷金額審查邏輯，防範潛在舞弊風險。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</a:rPr>
              <a:t>3. 加強員工報支教育訓練，宣導正確的出差申報準則，並增設PII敏感資料保護檢核點以確保資安合規。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